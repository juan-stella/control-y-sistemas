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5809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en Punto Fijo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2560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entre punto fijo y punto flotante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Procesamiento Digital de Señales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Ejercicio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9235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 fx2fp()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17043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un número en punto fijo a punto flotante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50292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1883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 fp2fx()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13055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un número en punto flotante a punto fijo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50292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28437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09067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que  b = fx2fp( fp2fx( 2.4515 ) )  recupera el valor original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794760"/>
            <a:ext cx="50292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8039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05079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 precisión para Q23.8 y Q21.10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formato Q?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Qm.n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bits para la parte entera
</a:t>
            </a: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bits para la parte fraccionaria
</a:t>
            </a: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bits (int32_t)
</a:t>
            </a: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de escala: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2^n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formatos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34440"/>
          <a:ext cx="3931920" cy="12344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Q23.8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−8M … +8M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1/256 ≈ 0.0039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Q21.10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−2M … +2M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1/1024 ≈ 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566160"/>
            <a:ext cx="8412480" cy="1188720"/>
          </a:xfrm>
          <a:prstGeom prst="rect">
            <a:avLst/>
          </a:prstGeom>
          <a:solidFill>
            <a:srgbClr val="1E2D3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6118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fp2fx: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valor_fx = (int)(valor_float × 2ⁿ)
</a:t>
            </a:r>
            <a:r>
              <a:rPr lang="en-US" sz="14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fx2fp: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valor_float = (float)valor_fx / 2ⁿ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en 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4023360"/>
          </a:xfrm>
          <a:prstGeom prst="rect">
            <a:avLst/>
          </a:prstGeom>
          <a:solidFill>
            <a:srgbClr val="1E2D3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79552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fx2fp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AR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int32_t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valor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A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A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resultado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A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resultado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A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s-A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valor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AR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AR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AR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resultado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AR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int32_t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fp2fx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A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valor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A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AR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int32_t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resultado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A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resultado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AR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int32_t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s-A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valor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AR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AR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s-A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AR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resultado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6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Verificación
</a:t>
            </a:r>
            <a:r>
              <a:rPr lang="es-A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AR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fx2fp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AR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fp2fx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AR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2.4515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AR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s-AR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s-A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Comparación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original: 2.4515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786366"/>
              </p:ext>
            </p:extLst>
          </p:nvPr>
        </p:nvGraphicFramePr>
        <p:xfrm>
          <a:off x="365760" y="1234440"/>
          <a:ext cx="8412480" cy="190195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(frac. bits)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recuperado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2.437500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0.013985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Q23.8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2.449219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0.002281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Q21.10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2.451172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365760" y="3675888"/>
            <a:ext cx="8412480" cy="100584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76732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mayor cantidad de bits fraccionarios, mayor precisión. Q21.10 ofrece una precisión ~7x mejor que Q23.8 para representar 2.4515, con un error de sólo 0.000328.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243584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435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18872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funciones fx2fp() y fp2fx() se implementan con solo dos operaciones: escalar y castear.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93392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933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938528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conversión introduce error de cuantización: el valor 2.4515 no es representable exactamente en Q23.8 ni Q21.10.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743200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743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688336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Q21.10 tiene mayor precisión (×4 más bits fraccionarios), reduciendo el error en ~7x respecto a Q23.8.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493008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4930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438144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aumentar n se gana precisión pero se reduce el rango dinámico representable.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4242816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2428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4187952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formato Q correcto es un balance entre precisión y rango según la aplicación DSP.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444</Words>
  <Application>Microsoft Office PowerPoint</Application>
  <PresentationFormat>Presentación en pantalla (16:9)</PresentationFormat>
  <Paragraphs>79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Ejercicio 2 - Punto Fijo</dc:title>
  <dc:subject>PptxGenJS Presentation</dc:subject>
  <dc:creator>PptxGenJS</dc:creator>
  <cp:lastModifiedBy>juan stella</cp:lastModifiedBy>
  <cp:revision>3</cp:revision>
  <dcterms:created xsi:type="dcterms:W3CDTF">2026-03-10T12:35:19Z</dcterms:created>
  <dcterms:modified xsi:type="dcterms:W3CDTF">2026-03-10T15:07:21Z</dcterms:modified>
</cp:coreProperties>
</file>
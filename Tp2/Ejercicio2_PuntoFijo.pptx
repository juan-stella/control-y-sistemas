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60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580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058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Representación en Punto Fijo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25603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 entre punto fijo y punto flotante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Ejercicio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9235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 fx2fp()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1704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un número en punto fijo a punto flotante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874520"/>
            <a:ext cx="50292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1883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 fp2fx()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213055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un número en punto flotante a punto fijo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50292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51560" y="284378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09067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 que  b = fx2fp( fp2fx( 2.4515 ) )  recupera el valor original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794760"/>
            <a:ext cx="50292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51560" y="405079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la precisión para Q23.8 y Q21.10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en C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4023360"/>
          </a:xfrm>
          <a:prstGeom prst="rect">
            <a:avLst/>
          </a:prstGeom>
          <a:solidFill>
            <a:srgbClr val="1E2D3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868680"/>
            <a:ext cx="79552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fx2fp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A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int32_t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valor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s-AR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s-AR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resultado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resultado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s-AR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valor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AR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s-A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s-AR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resultado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s-A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int32_t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fp2fx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AR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valor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s-AR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s-A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int32_t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resultado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resultado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s-A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int32_t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valor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s-AR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s-A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s-AR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resultado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140000"/>
              </a:lnSpc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300" dirty="0">
                <a:solidFill>
                  <a:srgbClr val="6B8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Verificación
</a:t>
            </a:r>
            <a:r>
              <a:rPr lang="es-A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fx2fp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AR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fp2fx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AR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2.4515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s-AR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s-AR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s-A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F581B45-3C02-4399-9282-458757022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904" y="2409772"/>
            <a:ext cx="3305030" cy="67998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031E333-488E-4A60-8B42-69E10FA650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4769" y="941927"/>
            <a:ext cx="3323299" cy="6972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y Comparación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original: 2.4515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786366"/>
              </p:ext>
            </p:extLst>
          </p:nvPr>
        </p:nvGraphicFramePr>
        <p:xfrm>
          <a:off x="365760" y="1234440"/>
          <a:ext cx="8412480" cy="190195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(frac. bits)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recuperado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2.437500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0.013985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77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Q23.8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2.449219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77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Q21.10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2.451172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0.000328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365760" y="3675888"/>
            <a:ext cx="8412480" cy="1005840"/>
          </a:xfrm>
          <a:prstGeom prst="rect">
            <a:avLst/>
          </a:prstGeom>
          <a:solidFill>
            <a:srgbClr val="E8F4F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3767328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</a:t>
            </a: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mayor cantidad de bits fraccionarios, mayor precisión. Q21.10 ofrece una </a:t>
            </a:r>
            <a:r>
              <a:rPr lang="en-US" sz="13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precisión</a:t>
            </a: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mejor que Q23.8 para representar 2.4515, con un error de sólo 0.000328.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240</Words>
  <Application>Microsoft Office PowerPoint</Application>
  <PresentationFormat>Presentación en pantalla (16:9)</PresentationFormat>
  <Paragraphs>51</Paragraphs>
  <Slides>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Ejercicio 2 - Punto Fijo</dc:title>
  <dc:subject>PptxGenJS Presentation</dc:subject>
  <dc:creator>PptxGenJS</dc:creator>
  <cp:lastModifiedBy>juan</cp:lastModifiedBy>
  <cp:revision>7</cp:revision>
  <dcterms:created xsi:type="dcterms:W3CDTF">2026-03-10T12:35:19Z</dcterms:created>
  <dcterms:modified xsi:type="dcterms:W3CDTF">2026-03-17T15:20:18Z</dcterms:modified>
</cp:coreProperties>
</file>
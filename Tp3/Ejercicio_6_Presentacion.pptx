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 err="1">
                <a:solidFill>
                  <a:schemeClr val="accent1"/>
                </a:solidFill>
              </a:rPr>
              <a:t>Ejercicio</a:t>
            </a:r>
            <a:r>
              <a:rPr sz="4400" b="1" i="0" dirty="0">
                <a:solidFill>
                  <a:schemeClr val="accent1"/>
                </a:solidFill>
              </a:rPr>
              <a:t> </a:t>
            </a:r>
            <a:r>
              <a:rPr lang="es-MX" sz="4400" b="1" i="0" dirty="0">
                <a:solidFill>
                  <a:schemeClr val="accent1"/>
                </a:solidFill>
              </a:rPr>
              <a:t>6</a:t>
            </a:r>
            <a:endParaRPr sz="4400" b="1" i="0" dirty="0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601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 err="1"/>
              <a:t>Excepciones</a:t>
            </a:r>
            <a:r>
              <a:rPr sz="2200" b="1" i="0" dirty="0"/>
              <a:t> de Punto </a:t>
            </a:r>
            <a:r>
              <a:rPr sz="2200" b="1" i="0" dirty="0" err="1"/>
              <a:t>Flotante</a:t>
            </a:r>
            <a:endParaRPr sz="2200" b="1" i="0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015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 dirty="0"/>
              <a:t>Control y </a:t>
            </a:r>
            <a:r>
              <a:rPr sz="1500" b="1" i="1" dirty="0" err="1"/>
              <a:t>Sistemas</a:t>
            </a:r>
            <a:r>
              <a:rPr sz="1500" b="1" i="1" dirty="0"/>
              <a:t>  -  </a:t>
            </a:r>
            <a:r>
              <a:rPr sz="1500" b="1" i="1" dirty="0" err="1"/>
              <a:t>Trabajo</a:t>
            </a:r>
            <a:r>
              <a:rPr sz="1500" b="1" i="1" dirty="0"/>
              <a:t> </a:t>
            </a:r>
            <a:r>
              <a:rPr sz="1500" b="1" i="1" dirty="0" err="1"/>
              <a:t>Practico</a:t>
            </a:r>
            <a:r>
              <a:rPr sz="1500" b="1" i="1" dirty="0"/>
              <a:t>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9B4FA"/>
                </a:solidFill>
              </a:rPr>
              <a:t>Pregunta 3  -  Analisis de resultados por consola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C00000"/>
                </a:solidFill>
              </a:rPr>
              <a:t>Son los </a:t>
            </a:r>
            <a:r>
              <a:rPr sz="1800" b="1" i="0" dirty="0" err="1">
                <a:solidFill>
                  <a:srgbClr val="C00000"/>
                </a:solidFill>
              </a:rPr>
              <a:t>resultados</a:t>
            </a:r>
            <a:r>
              <a:rPr sz="1800" b="1" i="0" dirty="0">
                <a:solidFill>
                  <a:srgbClr val="C00000"/>
                </a:solidFill>
              </a:rPr>
              <a:t> </a:t>
            </a:r>
            <a:r>
              <a:rPr sz="1800" b="1" i="0" dirty="0" err="1">
                <a:solidFill>
                  <a:srgbClr val="C00000"/>
                </a:solidFill>
              </a:rPr>
              <a:t>consistentes</a:t>
            </a:r>
            <a:r>
              <a:rPr sz="1800" b="1" i="0" dirty="0">
                <a:solidFill>
                  <a:srgbClr val="C00000"/>
                </a:solidFill>
              </a:rPr>
              <a:t> con las </a:t>
            </a:r>
            <a:r>
              <a:rPr sz="1800" b="1" i="0" dirty="0" err="1">
                <a:solidFill>
                  <a:srgbClr val="C00000"/>
                </a:solidFill>
              </a:rPr>
              <a:t>operaciones</a:t>
            </a:r>
            <a:r>
              <a:rPr sz="1800" b="1" i="0" dirty="0">
                <a:solidFill>
                  <a:srgbClr val="C00000"/>
                </a:solidFill>
              </a:rPr>
              <a:t> </a:t>
            </a:r>
            <a:r>
              <a:rPr sz="1800" b="1" i="0" dirty="0" err="1">
                <a:solidFill>
                  <a:srgbClr val="C00000"/>
                </a:solidFill>
              </a:rPr>
              <a:t>ejecutadas</a:t>
            </a:r>
            <a:r>
              <a:rPr sz="1800" b="1" i="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700" b="0" i="0" dirty="0"/>
              <a:t>Si. El programa levanta una excepción a la vez con </a:t>
            </a:r>
            <a:r>
              <a:rPr lang="es-AR" sz="1700" b="0" i="0" dirty="0" err="1"/>
              <a:t>feraiseexcept</a:t>
            </a:r>
            <a:r>
              <a:rPr lang="es-AR" sz="1700" b="0" i="0" dirty="0"/>
              <a:t>() y la imprime
inmediatamente con </a:t>
            </a:r>
            <a:r>
              <a:rPr lang="es-AR" sz="1700" b="0" i="0" dirty="0" err="1"/>
              <a:t>show_fe_exceptions</a:t>
            </a:r>
            <a:r>
              <a:rPr lang="es-AR" sz="1700" b="0" i="0" dirty="0"/>
              <a:t>().</a:t>
            </a:r>
          </a:p>
          <a:p>
            <a:pPr algn="l"/>
            <a:endParaRPr lang="es-AR" sz="1700" b="0" i="0" dirty="0">
              <a:solidFill>
                <a:srgbClr val="FFFFFF"/>
              </a:solidFill>
            </a:endParaRPr>
          </a:p>
          <a:p>
            <a:r>
              <a:rPr lang="es-AR" sz="1600" dirty="0">
                <a:solidFill>
                  <a:srgbClr val="A6E22E"/>
                </a:solidFill>
                <a:latin typeface="Consolas" panose="020B0609020204030204" pitchFamily="49" charset="0"/>
              </a:rPr>
              <a:t>  </a:t>
            </a:r>
            <a:r>
              <a:rPr lang="es-AR" sz="16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feraiseexcept</a:t>
            </a:r>
            <a:r>
              <a:rPr lang="es-AR" sz="1600" b="0" dirty="0">
                <a:effectLst/>
                <a:latin typeface="Consolas" panose="020B0609020204030204" pitchFamily="49" charset="0"/>
              </a:rPr>
              <a:t>(FE_INVALID);</a:t>
            </a:r>
          </a:p>
          <a:p>
            <a:r>
              <a:rPr lang="es-AR" sz="16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AR" sz="16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show_fe_exceptions</a:t>
            </a:r>
            <a:r>
              <a:rPr lang="es-AR" sz="1600" b="0" dirty="0"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s-AR" sz="16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</a:br>
            <a:r>
              <a:rPr lang="es-AR" sz="16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AR" sz="1600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//~ /* </a:t>
            </a:r>
            <a:r>
              <a:rPr lang="es-AR" sz="1600" b="0" dirty="0" err="1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Temporarily</a:t>
            </a:r>
            <a:r>
              <a:rPr lang="es-AR" sz="1600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600" b="0" dirty="0" err="1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es-AR" sz="1600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600" b="0" dirty="0" err="1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s-AR" sz="1600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600" b="0" dirty="0" err="1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s-AR" sz="1600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600" b="0" dirty="0" err="1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exceptions</a:t>
            </a:r>
            <a:r>
              <a:rPr lang="es-AR" sz="1600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. */</a:t>
            </a:r>
            <a:endParaRPr lang="es-AR" sz="1600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AR" sz="16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AR" sz="16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feclearexcept</a:t>
            </a:r>
            <a:r>
              <a:rPr lang="es-AR" sz="1600" b="0" dirty="0">
                <a:effectLst/>
                <a:latin typeface="Consolas" panose="020B0609020204030204" pitchFamily="49" charset="0"/>
              </a:rPr>
              <a:t>(FE_ALL_EXCEPT);</a:t>
            </a:r>
          </a:p>
          <a:p>
            <a:r>
              <a:rPr lang="es-AR" sz="16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AR" sz="16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feraiseexcept</a:t>
            </a:r>
            <a:r>
              <a:rPr lang="es-AR" sz="1600" b="0" dirty="0">
                <a:effectLst/>
                <a:latin typeface="Consolas" panose="020B0609020204030204" pitchFamily="49" charset="0"/>
              </a:rPr>
              <a:t>(FE_OVERFLOW | FE_INEXACT);</a:t>
            </a:r>
          </a:p>
          <a:p>
            <a:r>
              <a:rPr lang="es-AR" sz="16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AR" sz="16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show_fe_exceptions</a:t>
            </a:r>
            <a:r>
              <a:rPr lang="es-AR" sz="1600" b="0" dirty="0">
                <a:effectLst/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es-AR" sz="1700" b="0" i="0" dirty="0">
                <a:solidFill>
                  <a:srgbClr val="FFFFFF"/>
                </a:solidFill>
              </a:rPr>
              <a:t>
</a:t>
            </a:r>
            <a:r>
              <a:rPr lang="es-AR" sz="1700" b="0" i="0" dirty="0"/>
              <a:t>En el primer bloque se levanta FE_INVALID -&gt; aparece en pantalla.
En el segundo bloque, después de limpiar con </a:t>
            </a:r>
            <a:r>
              <a:rPr lang="es-AR" sz="1700" b="0" i="0" dirty="0" err="1"/>
              <a:t>feclearexcept</a:t>
            </a:r>
            <a:r>
              <a:rPr lang="es-AR" sz="1700" b="0" i="0" dirty="0"/>
              <a:t>(), se levantan FE_OVERFLOW
y FE_INEXACT simultáneamente -&gt; ambas aparecen juntas en consola.</a:t>
            </a:r>
            <a:r>
              <a:rPr lang="es-AR" sz="1700" b="0" i="0" dirty="0">
                <a:solidFill>
                  <a:srgbClr val="FFFFFF"/>
                </a:solidFill>
              </a:rPr>
              <a:t>
</a:t>
            </a:r>
            <a:r>
              <a:rPr lang="es-AR" sz="1700" b="0" i="0" dirty="0"/>
              <a:t>El resultado es totalmente consistente con las instrucciones del código.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5945" y="5760720"/>
            <a:ext cx="8138160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537" y="5901345"/>
            <a:ext cx="7808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A6E3A1"/>
                </a:solidFill>
                <a:latin typeface="Courier New"/>
              </a:rPr>
              <a:t>current exceptions raised:  FE_INVALID
current exceptions raised:  FE_INEXACT FE_OVERFLOW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9B4FA"/>
                </a:solidFill>
              </a:rPr>
              <a:t>Pregunta 5  -  Descomentar feenableexcept()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51202" y="100584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C00000"/>
                </a:solidFill>
              </a:rPr>
              <a:t>Que se </a:t>
            </a:r>
            <a:r>
              <a:rPr sz="1800" b="1" i="0" dirty="0" err="1">
                <a:solidFill>
                  <a:srgbClr val="C00000"/>
                </a:solidFill>
              </a:rPr>
              <a:t>observa</a:t>
            </a:r>
            <a:r>
              <a:rPr sz="1800" b="1" i="0" dirty="0">
                <a:solidFill>
                  <a:srgbClr val="C00000"/>
                </a:solidFill>
              </a:rPr>
              <a:t>? </a:t>
            </a:r>
            <a:r>
              <a:rPr sz="1800" b="1" i="0" dirty="0" err="1">
                <a:solidFill>
                  <a:srgbClr val="C00000"/>
                </a:solidFill>
              </a:rPr>
              <a:t>Cual</a:t>
            </a:r>
            <a:r>
              <a:rPr sz="1800" b="1" i="0" dirty="0">
                <a:solidFill>
                  <a:srgbClr val="C00000"/>
                </a:solidFill>
              </a:rPr>
              <a:t> es la </a:t>
            </a:r>
            <a:r>
              <a:rPr sz="1800" b="1" i="0" dirty="0" err="1">
                <a:solidFill>
                  <a:srgbClr val="C00000"/>
                </a:solidFill>
              </a:rPr>
              <a:t>funcion</a:t>
            </a:r>
            <a:r>
              <a:rPr sz="1800" b="1" i="0" dirty="0">
                <a:solidFill>
                  <a:srgbClr val="C00000"/>
                </a:solidFill>
              </a:rPr>
              <a:t> de </a:t>
            </a:r>
            <a:r>
              <a:rPr sz="1800" b="1" i="0" dirty="0" err="1">
                <a:solidFill>
                  <a:srgbClr val="C00000"/>
                </a:solidFill>
              </a:rPr>
              <a:t>feenableexcept</a:t>
            </a:r>
            <a:r>
              <a:rPr sz="1800" b="1" i="0" dirty="0">
                <a:solidFill>
                  <a:srgbClr val="C00000"/>
                </a:solidFill>
              </a:rPr>
              <a:t>()?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700" b="0" i="0" dirty="0"/>
              <a:t>Al activar </a:t>
            </a:r>
            <a:r>
              <a:rPr lang="es-AR" sz="1700" b="0" i="0" dirty="0" err="1"/>
              <a:t>feenableexcept</a:t>
            </a:r>
            <a:r>
              <a:rPr lang="es-AR" sz="1700" b="0" i="0" dirty="0"/>
              <a:t>(FE_ALL_EXCEPT) sin un </a:t>
            </a:r>
            <a:r>
              <a:rPr lang="es-AR" sz="1700" b="0" i="0" dirty="0" err="1"/>
              <a:t>handler</a:t>
            </a:r>
            <a:r>
              <a:rPr lang="es-AR" sz="1700" b="0" i="0" dirty="0"/>
              <a:t> instalado,
el programa termina de forma abrupta con </a:t>
            </a:r>
            <a:r>
              <a:rPr lang="es-AR" sz="1700" b="0" i="0" dirty="0" err="1"/>
              <a:t>exit</a:t>
            </a:r>
            <a:r>
              <a:rPr lang="es-AR" sz="1700" b="0" i="0" dirty="0"/>
              <a:t> </a:t>
            </a:r>
            <a:r>
              <a:rPr lang="es-AR" sz="1700" b="0" i="0" dirty="0" err="1"/>
              <a:t>code</a:t>
            </a:r>
            <a:r>
              <a:rPr lang="es-AR" sz="1700" b="0" i="0" dirty="0"/>
              <a:t> 136.</a:t>
            </a:r>
          </a:p>
          <a:p>
            <a:pPr algn="l"/>
            <a:endParaRPr lang="es-AR" sz="1700" b="0" i="0" dirty="0">
              <a:solidFill>
                <a:srgbClr val="FFFFFF"/>
              </a:solidFill>
            </a:endParaRPr>
          </a:p>
          <a:p>
            <a:r>
              <a:rPr lang="es-AR" sz="16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AR" sz="16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feclearexcept</a:t>
            </a:r>
            <a:r>
              <a:rPr lang="es-AR" sz="16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600" b="0" dirty="0">
                <a:effectLst/>
                <a:latin typeface="Consolas" panose="020B0609020204030204" pitchFamily="49" charset="0"/>
              </a:rPr>
              <a:t>(FE_ALL_EXCEPT);</a:t>
            </a:r>
          </a:p>
          <a:p>
            <a:r>
              <a:rPr lang="es-AR" sz="1600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AR" sz="1600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feenableexcept</a:t>
            </a:r>
            <a:r>
              <a:rPr lang="es-AR" sz="1600" b="0" dirty="0">
                <a:effectLst/>
                <a:latin typeface="Consolas" panose="020B0609020204030204" pitchFamily="49" charset="0"/>
              </a:rPr>
              <a:t>(FE_ALL_EXCEPT); </a:t>
            </a:r>
          </a:p>
          <a:p>
            <a:pPr algn="l"/>
            <a:r>
              <a:rPr lang="es-AR" sz="1700" b="0" i="0" dirty="0">
                <a:solidFill>
                  <a:srgbClr val="FFFFFF"/>
                </a:solidFill>
              </a:rPr>
              <a:t>
</a:t>
            </a:r>
            <a:r>
              <a:rPr lang="es-AR" sz="1700" b="0" i="0" dirty="0"/>
              <a:t>El código 136 corresponde a SIGFPE (</a:t>
            </a:r>
            <a:r>
              <a:rPr lang="es-AR" sz="1700" b="0" i="0" dirty="0" err="1"/>
              <a:t>Floating</a:t>
            </a:r>
            <a:r>
              <a:rPr lang="es-AR" sz="1700" b="0" i="0" dirty="0"/>
              <a:t> Point </a:t>
            </a:r>
            <a:r>
              <a:rPr lang="es-AR" sz="1700" b="0" i="0" dirty="0" err="1"/>
              <a:t>Exception</a:t>
            </a:r>
            <a:r>
              <a:rPr lang="es-AR" sz="1700" b="0" i="0" dirty="0"/>
              <a:t>).
</a:t>
            </a:r>
            <a:r>
              <a:rPr lang="es-AR" sz="1700" b="0" i="0" dirty="0" err="1"/>
              <a:t>feenableexcept</a:t>
            </a:r>
            <a:r>
              <a:rPr lang="es-AR" sz="1700" b="0" i="0" dirty="0"/>
              <a:t>() le ordena al hardware que emita una interrupción activa (SIGFPE)
cada vez que ocurre un error de punto flotante. Como no hay </a:t>
            </a:r>
            <a:r>
              <a:rPr lang="es-AR" sz="1700" b="0" i="0" dirty="0" err="1"/>
              <a:t>handler</a:t>
            </a:r>
            <a:r>
              <a:rPr lang="es-AR" sz="1700" b="0" i="0" dirty="0"/>
              <a:t>, se interrum</a:t>
            </a:r>
            <a:r>
              <a:rPr lang="es-AR" sz="1700" dirty="0"/>
              <a:t>pe el proceso</a:t>
            </a:r>
            <a:r>
              <a:rPr lang="es-AR" sz="1700" b="0" i="0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402836"/>
            <a:ext cx="8138160" cy="8229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4539996"/>
            <a:ext cx="7808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A6E3A1"/>
                </a:solidFill>
                <a:latin typeface="Courier New"/>
              </a:rPr>
              <a:t>...Program finished with exit code 136
Press ENTER to exit console.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394960"/>
            <a:ext cx="11430000" cy="1188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00B0F0"/>
                </a:solidFill>
              </a:rPr>
              <a:t>Funcion</a:t>
            </a:r>
            <a:r>
              <a:rPr b="1" i="0" dirty="0">
                <a:solidFill>
                  <a:srgbClr val="00B0F0"/>
                </a:solidFill>
              </a:rPr>
              <a:t> de </a:t>
            </a:r>
            <a:r>
              <a:rPr b="1" i="0" dirty="0" err="1">
                <a:solidFill>
                  <a:srgbClr val="00B0F0"/>
                </a:solidFill>
              </a:rPr>
              <a:t>feenableexcept</a:t>
            </a:r>
            <a:r>
              <a:rPr b="1" i="0" dirty="0">
                <a:solidFill>
                  <a:srgbClr val="00B0F0"/>
                </a:solidFill>
              </a:rPr>
              <a:t>():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33872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/>
              <a:t>Desenenmascara</a:t>
            </a:r>
            <a:r>
              <a:rPr sz="1600" b="0" i="0" dirty="0"/>
              <a:t> las </a:t>
            </a:r>
            <a:r>
              <a:rPr sz="1600" b="0" i="0" dirty="0" err="1"/>
              <a:t>excepciones</a:t>
            </a:r>
            <a:r>
              <a:rPr sz="1600" b="0" i="0" dirty="0"/>
              <a:t> del FPU. Las </a:t>
            </a:r>
            <a:r>
              <a:rPr sz="1600" b="0" i="0" dirty="0" err="1"/>
              <a:t>convierte</a:t>
            </a:r>
            <a:r>
              <a:rPr sz="1600" b="0" i="0" dirty="0"/>
              <a:t> de modo </a:t>
            </a:r>
            <a:r>
              <a:rPr sz="1600" b="0" i="0" dirty="0" err="1"/>
              <a:t>pasivo</a:t>
            </a:r>
            <a:r>
              <a:rPr sz="1600" b="0" i="0" dirty="0"/>
              <a:t> (</a:t>
            </a:r>
            <a:r>
              <a:rPr lang="es-MX" sz="1600" dirty="0"/>
              <a:t>se activan </a:t>
            </a:r>
            <a:r>
              <a:rPr lang="es-MX" sz="1600" dirty="0" err="1"/>
              <a:t>flags</a:t>
            </a:r>
            <a:r>
              <a:rPr lang="es-MX" sz="1600" dirty="0"/>
              <a:t> internas del FPU sin interrumpir el programa</a:t>
            </a:r>
            <a:r>
              <a:rPr sz="1600" b="0" i="0" dirty="0"/>
              <a:t>) a modo </a:t>
            </a:r>
            <a:r>
              <a:rPr sz="1600" b="0" i="0" dirty="0" err="1"/>
              <a:t>activo</a:t>
            </a:r>
            <a:r>
              <a:rPr sz="1600" b="0" i="0" dirty="0"/>
              <a:t> (</a:t>
            </a:r>
            <a:r>
              <a:rPr sz="1600" b="0" i="0" dirty="0" err="1"/>
              <a:t>emite</a:t>
            </a:r>
            <a:r>
              <a:rPr sz="1600" b="0" i="0" dirty="0"/>
              <a:t> SIGFPE </a:t>
            </a:r>
            <a:r>
              <a:rPr sz="1600" b="0" i="0" dirty="0" err="1"/>
              <a:t>inmediatamente</a:t>
            </a:r>
            <a:r>
              <a:rPr sz="1600" b="0" i="0" dirty="0"/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9B4FA"/>
                </a:solidFill>
              </a:rPr>
              <a:t>Pregunta 7  -  Descomentar signal(SIGFPE, fpe_handler)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800" b="1" i="0" dirty="0">
                <a:solidFill>
                  <a:srgbClr val="C00000"/>
                </a:solidFill>
              </a:rPr>
              <a:t>Que se observa? Cual es el objetivo de </a:t>
            </a:r>
            <a:r>
              <a:rPr lang="es-AR" sz="1800" b="1" i="0" dirty="0" err="1">
                <a:solidFill>
                  <a:srgbClr val="C00000"/>
                </a:solidFill>
              </a:rPr>
              <a:t>signal</a:t>
            </a:r>
            <a:r>
              <a:rPr lang="es-AR" sz="1800" b="1" i="0" dirty="0">
                <a:solidFill>
                  <a:srgbClr val="C00000"/>
                </a:solidFill>
              </a:rPr>
              <a:t>()?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700" b="0" i="0" dirty="0"/>
              <a:t>Al registrar </a:t>
            </a:r>
            <a:r>
              <a:rPr lang="es-AR" sz="1700" b="0" i="0" dirty="0" err="1"/>
              <a:t>fpe_handler</a:t>
            </a:r>
            <a:r>
              <a:rPr lang="es-AR" sz="1700" b="0" i="0" dirty="0"/>
              <a:t> con </a:t>
            </a:r>
            <a:r>
              <a:rPr lang="es-AR" sz="1700" b="0" i="0" dirty="0" err="1"/>
              <a:t>signal</a:t>
            </a:r>
            <a:r>
              <a:rPr lang="es-AR" sz="1700" b="0" i="0" dirty="0"/>
              <a:t>(), cuando ocurre la excepción el sistema
operativo interrumpe el programa y llama a </a:t>
            </a:r>
            <a:r>
              <a:rPr lang="es-AR" sz="1700" b="0" i="0" dirty="0" err="1"/>
              <a:t>fpe_handler</a:t>
            </a:r>
            <a:r>
              <a:rPr lang="es-AR" sz="1700" b="0" i="0" dirty="0"/>
              <a:t>() en lugar de cerrarlo.
El programa ya no termina con </a:t>
            </a:r>
            <a:r>
              <a:rPr lang="es-AR" sz="1700" b="0" i="0" dirty="0" err="1"/>
              <a:t>exit</a:t>
            </a:r>
            <a:r>
              <a:rPr lang="es-AR" sz="1700" b="0" i="0" dirty="0"/>
              <a:t> 136 (</a:t>
            </a:r>
            <a:r>
              <a:rPr lang="es-AR" sz="1700" b="0" i="0" dirty="0" err="1"/>
              <a:t>crash</a:t>
            </a:r>
            <a:r>
              <a:rPr lang="es-AR" sz="1700" b="0" i="0" dirty="0"/>
              <a:t>), sino con </a:t>
            </a:r>
            <a:r>
              <a:rPr lang="es-AR" sz="1700" b="0" i="0" dirty="0" err="1"/>
              <a:t>exit</a:t>
            </a:r>
            <a:r>
              <a:rPr lang="es-AR" sz="1700" b="0" i="0" dirty="0"/>
              <a:t> 1 (EXIT_FAILURE),
porque es el propio código quien llama a </a:t>
            </a:r>
            <a:r>
              <a:rPr lang="es-AR" sz="1700" b="0" i="0" dirty="0" err="1"/>
              <a:t>exit</a:t>
            </a:r>
            <a:r>
              <a:rPr lang="es-AR" sz="1700" b="0" i="0" dirty="0"/>
              <a:t>() de forma controlada.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9000"/>
            <a:ext cx="8138160" cy="1417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3566160"/>
            <a:ext cx="780897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A6E3A1"/>
                </a:solidFill>
                <a:latin typeface="Courier New"/>
              </a:rPr>
              <a:t>UPS! Floating Point Exception
current exceptions raised:  none
...Program finished with exit code 1
Press ENTER to exit console.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68112"/>
            <a:ext cx="114300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49554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b="1" i="0" dirty="0">
                <a:solidFill>
                  <a:srgbClr val="89B4FA"/>
                </a:solidFill>
              </a:rPr>
              <a:t>Por que muestra </a:t>
            </a:r>
            <a:r>
              <a:rPr lang="es-AR" b="1" i="0" dirty="0" err="1">
                <a:solidFill>
                  <a:srgbClr val="89B4FA"/>
                </a:solidFill>
              </a:rPr>
              <a:t>none</a:t>
            </a:r>
            <a:r>
              <a:rPr lang="es-AR" b="1" i="0" dirty="0">
                <a:solidFill>
                  <a:srgbClr val="89B4FA"/>
                </a:solidFill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97296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600" b="0" i="0" dirty="0"/>
              <a:t>En Linux, la señal SIGFPE es entregada tan rápido que las banderas del FPU aun no se propagaron al registro que lee </a:t>
            </a:r>
            <a:r>
              <a:rPr lang="es-AR" sz="1600" b="0" i="0" dirty="0" err="1"/>
              <a:t>fetestexcept</a:t>
            </a:r>
            <a:r>
              <a:rPr lang="es-AR" sz="1600" b="0" i="0" dirty="0"/>
              <a:t>(). Comportamiento del </a:t>
            </a:r>
            <a:r>
              <a:rPr lang="es-AR" sz="1600" b="0" i="0" dirty="0" err="1"/>
              <a:t>kernel</a:t>
            </a:r>
            <a:r>
              <a:rPr lang="es-AR" sz="1600" b="0" i="0" dirty="0"/>
              <a:t> Linux.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9B4FA"/>
                </a:solidFill>
              </a:rPr>
              <a:t>Resumen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73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</a:rPr>
              <a:t>feraiseexcept()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143000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0" i="0" dirty="0"/>
              <a:t>Levanta manualmente una excepción matemática (modo pasivo).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11430000" cy="73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20239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</a:rPr>
              <a:t>feclearexcept()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65960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0" i="0" dirty="0"/>
              <a:t>Limpia todas las banderas de excepción activas.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97479"/>
            <a:ext cx="11430000" cy="73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743199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</a:rPr>
              <a:t>fetestexcept()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88920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0" i="0" dirty="0"/>
              <a:t>Consulta si una excepción determinada esta encendida.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20439"/>
            <a:ext cx="11430000" cy="73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566159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8BA8"/>
                </a:solidFill>
              </a:rPr>
              <a:t>feenableexcept()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611879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0" i="0" dirty="0"/>
              <a:t>Activa modo de excepción activa: emite SIGFPE al ocurrir un error.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43400"/>
            <a:ext cx="11430000" cy="73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2926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00B050"/>
                </a:solidFill>
              </a:rPr>
              <a:t>signal(SIGFPE, </a:t>
            </a:r>
            <a:r>
              <a:rPr sz="1500" b="1" i="0" dirty="0" err="1">
                <a:solidFill>
                  <a:srgbClr val="00B050"/>
                </a:solidFill>
              </a:rPr>
              <a:t>fn</a:t>
            </a:r>
            <a:r>
              <a:rPr sz="1500" b="1" i="0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434840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0" i="0" dirty="0"/>
              <a:t>Registra un </a:t>
            </a:r>
            <a:r>
              <a:rPr lang="es-AR" sz="1400" b="0" i="0" dirty="0" err="1"/>
              <a:t>handler</a:t>
            </a:r>
            <a:r>
              <a:rPr lang="es-AR" sz="1400" b="0" i="0" dirty="0"/>
              <a:t>. Captura la señal y evita el </a:t>
            </a:r>
            <a:r>
              <a:rPr lang="es-AR" sz="1400" b="0" i="0" dirty="0" err="1"/>
              <a:t>crash</a:t>
            </a:r>
            <a:r>
              <a:rPr lang="es-AR" sz="1400" b="0" i="0" dirty="0"/>
              <a:t> abrupto.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70448"/>
            <a:ext cx="11064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400" b="0" i="1" dirty="0"/>
              <a:t>Flujo: </a:t>
            </a:r>
            <a:r>
              <a:rPr lang="es-AR" sz="1400" b="0" i="1" dirty="0" err="1"/>
              <a:t>feenableexcept</a:t>
            </a:r>
            <a:r>
              <a:rPr lang="es-AR" sz="1400" b="0" i="1" dirty="0"/>
              <a:t> activa alertas -&gt; error matemático dispara SIGFPE -&gt; </a:t>
            </a:r>
            <a:r>
              <a:rPr lang="es-AR" sz="1400" b="0" i="1" dirty="0" err="1"/>
              <a:t>signal</a:t>
            </a:r>
            <a:r>
              <a:rPr lang="es-AR" sz="1400" b="0" i="1" dirty="0"/>
              <a:t>() redirige a </a:t>
            </a:r>
            <a:r>
              <a:rPr lang="es-AR" sz="1400" b="0" i="1" dirty="0" err="1"/>
              <a:t>fpe_handler</a:t>
            </a:r>
            <a:r>
              <a:rPr lang="es-AR" sz="1400" b="0" i="1" dirty="0"/>
              <a:t> -&gt; programa termina de forma controlada.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E36DC7-DFA2-42F0-B435-BBEB8807247D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594</Words>
  <Application>Microsoft Office PowerPoint</Application>
  <PresentationFormat>Personalizado</PresentationFormat>
  <Paragraphs>43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juan</cp:lastModifiedBy>
  <cp:revision>10</cp:revision>
  <dcterms:created xsi:type="dcterms:W3CDTF">2013-01-27T09:14:16Z</dcterms:created>
  <dcterms:modified xsi:type="dcterms:W3CDTF">2026-03-31T15:44:07Z</dcterms:modified>
  <cp:category/>
</cp:coreProperties>
</file>
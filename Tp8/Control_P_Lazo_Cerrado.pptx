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94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20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6002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Lazo Cerrado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4206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 Sistemas — UNCUYO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Fac. de Ingeniería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22192" y="71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la Planta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22192" y="502920"/>
            <a:ext cx="5029200" cy="98933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40810" y="3556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dv/dt = −(a/m)v + (b/m)u − 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v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g sin 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64465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Proporcional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0" y="2029460"/>
            <a:ext cx="502920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A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70810" y="205867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C(s) = kp = 1</a:t>
            </a:r>
            <a:endParaRPr lang="en-US" sz="20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95412C3-DC54-42C9-BE16-E526CF5C7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100" y="3365034"/>
            <a:ext cx="4279392" cy="10469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del Sistema en Lazo Cerrado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" y="102743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sistema de control proporcional</a:t>
            </a:r>
            <a:endParaRPr lang="en-US" sz="11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BD06B8B-A646-44FD-B0D7-40E53B7F5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707439"/>
            <a:ext cx="8957733" cy="28305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70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&amp; b)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621563" y="698671"/>
            <a:ext cx="304235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respuesta en lazo cerrado vs lazo abierto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54760" y="228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Respuesta a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escalón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referencia</a:t>
            </a:r>
            <a:endParaRPr lang="en-US" sz="22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3EAF79A0-6697-4DDE-951E-BA08BB3E7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1" y="1266190"/>
            <a:ext cx="4391759" cy="3086100"/>
          </a:xfrm>
          <a:prstGeom prst="rect">
            <a:avLst/>
          </a:prstGeom>
        </p:spPr>
      </p:pic>
      <p:sp>
        <p:nvSpPr>
          <p:cNvPr id="37" name="CuadroTexto 36">
            <a:extLst>
              <a:ext uri="{FF2B5EF4-FFF2-40B4-BE49-F238E27FC236}">
                <a16:creationId xmlns:a16="http://schemas.microsoft.com/office/drawing/2014/main" id="{50F6DA92-0D14-4EB9-8D71-F0E489256FFB}"/>
              </a:ext>
            </a:extLst>
          </p:cNvPr>
          <p:cNvSpPr txBox="1"/>
          <p:nvPr/>
        </p:nvSpPr>
        <p:spPr>
          <a:xfrm>
            <a:off x="152117" y="952841"/>
            <a:ext cx="14734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Lazo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abierto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s-AR" sz="1400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849EFDE-FA54-496F-BB1D-5F07D0A5221D}"/>
              </a:ext>
            </a:extLst>
          </p:cNvPr>
          <p:cNvSpPr txBox="1"/>
          <p:nvPr/>
        </p:nvSpPr>
        <p:spPr>
          <a:xfrm>
            <a:off x="4572000" y="958413"/>
            <a:ext cx="14734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Lazo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cerrado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s-AR" sz="1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291E5AA-4843-4AD7-8B71-BD6061632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32725"/>
            <a:ext cx="4451335" cy="31530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Perturbación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inclinación α = 2° a t = 20 s</a:t>
            </a:r>
            <a:endParaRPr lang="en-US" sz="22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5D9F54E-9A53-4A4E-8CB3-C2D32990549C}"/>
              </a:ext>
            </a:extLst>
          </p:cNvPr>
          <p:cNvSpPr txBox="1"/>
          <p:nvPr/>
        </p:nvSpPr>
        <p:spPr>
          <a:xfrm>
            <a:off x="152117" y="1106729"/>
            <a:ext cx="14734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Lazo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abierto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s-AR" sz="14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FFFCCEF-165A-44D7-9ED7-D3897B2D2C2E}"/>
              </a:ext>
            </a:extLst>
          </p:cNvPr>
          <p:cNvSpPr txBox="1"/>
          <p:nvPr/>
        </p:nvSpPr>
        <p:spPr>
          <a:xfrm>
            <a:off x="4667250" y="1112301"/>
            <a:ext cx="14734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Lazo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cerrado</a:t>
            </a: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s-AR" sz="1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7222B5F-DB1B-4843-94E6-48932B0E8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3" y="1498730"/>
            <a:ext cx="4363016" cy="308162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7615029-03FE-4019-9A49-5DF21849E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498730"/>
            <a:ext cx="4384167" cy="3081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Perturbación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inclinación α = 2° a t = 20 s</a:t>
            </a:r>
            <a:endParaRPr lang="en-US" sz="2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3C303C2-4D86-4803-A32B-6DED31C49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5350"/>
            <a:ext cx="9144000" cy="38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271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Cambio de masa: m = 1000 kg → m = 1500 kg</a:t>
            </a:r>
            <a:endParaRPr lang="en-US" sz="2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314E732-6B46-48D6-9F53-85960BC8F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0837"/>
            <a:ext cx="9144000" cy="38368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150</Words>
  <Application>Microsoft Office PowerPoint</Application>
  <PresentationFormat>Presentación en pantalla (16:9)</PresentationFormat>
  <Paragraphs>29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P en Lazo Cerrado</dc:title>
  <dc:subject>PptxGenJS Presentation</dc:subject>
  <dc:creator>PptxGenJS</dc:creator>
  <cp:lastModifiedBy>juan</cp:lastModifiedBy>
  <cp:revision>10</cp:revision>
  <dcterms:created xsi:type="dcterms:W3CDTF">2026-05-18T22:35:39Z</dcterms:created>
  <dcterms:modified xsi:type="dcterms:W3CDTF">2026-05-19T14:16:13Z</dcterms:modified>
</cp:coreProperties>
</file>